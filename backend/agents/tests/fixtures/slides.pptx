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1: Thermodynamics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Entropy and enthalpy basics.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2: Gas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PV = nRT and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